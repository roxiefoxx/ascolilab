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+ Stage 1: Excitatory Scaffold &amp; Inhibitory Modulation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Hippocampal 72-node Connectome  |  Weighted E-only Greedy Scaffold + E→I→E Motif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— E-ONLY BACKBONE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1261872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70078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09928" y="1353312"/>
            <a:ext cx="1261872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9928" y="1371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09928" y="170078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99816" y="1353312"/>
            <a:ext cx="1261872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371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99816" y="170078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249424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terminus: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MEC LV VI Pyramidal Polymorphic (13/27 paths)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attractor: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CA1 Radiatum Giant (8/27 paths)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hub: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CA3c Pyramidal — highest path-weighted centrality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 recapitulated: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DG Granule → CA3c → CA1 Pyramidal recovered in greedy order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lengths: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7–18 nodes; LEC nodes terminate earliest (7 steps)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960120"/>
            <a:ext cx="0" cy="3931920"/>
          </a:xfrm>
          <a:prstGeom prst="line">
            <a:avLst/>
          </a:prstGeom>
          <a:noFill/>
          <a:ln w="19050">
            <a:solidFill>
              <a:srgbClr val="2A3F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058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INHIBITORY MODULATION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53312"/>
            <a:ext cx="1261872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457B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71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170078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E→I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44768" y="1353312"/>
            <a:ext cx="1261872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457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371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44768" y="170078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E→I→E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34656" y="1353312"/>
            <a:ext cx="1261872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457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4656" y="1371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34656" y="170078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249424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1a — Alternating E→I→E greedy tree</a:t>
            </a:r>
            <a:endParaRPr lang="en-US" sz="10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paths reach MEC LV VI Polymorphic or CA1 Radiatum Giant</a:t>
            </a:r>
            <a:endParaRPr lang="en-US" sz="10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 nodes lack any positive E→I edge — structurally isolated from inhibition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1b — Source-specific E→I→E motifs</a:t>
            </a:r>
            <a:endParaRPr lang="en-US" sz="10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 mediators flank the same E→E backbone pair simultaneously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1c — Signed cumulative impact</a:t>
            </a:r>
            <a:endParaRPr lang="en-US" sz="10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cum_EI consistently below cum_EE — inhibitory load accumulates along backbone</a:t>
            </a:r>
            <a:endParaRPr lang="en-US" sz="10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A8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net suppression at CA3c → CA1 and EC deep layer transitions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462272"/>
            <a:ext cx="8503920" cy="475488"/>
          </a:xfrm>
          <a:prstGeom prst="rect">
            <a:avLst/>
          </a:prstGeom>
          <a:solidFill>
            <a:srgbClr val="1A2A3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48056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E-only greedy scaffold reliably recapitulates the trisynaptic loop and converges on two attractors. Inhibitory interneurons flank every major backbone transition — the excitatory backbone is not free-running but architecturally paired with local E→I→E suppression at each step.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2026-05-18T14:06:22Z</dcterms:created>
  <dcterms:modified xsi:type="dcterms:W3CDTF">2026-05-18T14:06:22Z</dcterms:modified>
</cp:coreProperties>
</file>